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06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11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21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51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484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4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77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15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76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11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72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0ED1C-3B6C-4F79-8362-7565E475EFD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F150C-D96E-47FE-8644-83569D9BB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3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62050" y="-88861"/>
            <a:ext cx="854548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2000" b="0" i="0" u="none" strike="noStrike" baseline="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ФЕДЕРАЛЬНОЕ ГОСУДАРСТВЕННОЕ БЮДЖЕТНОЕ ОБРАЗОВАТЕЛЬНОЕ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УЧРЕЖДЕНИЕ ВЫСШЕГО ОБРАЗОВАНИЯ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«САНКТ-ПЕТЕРБУРГСКИЙ ГОСУДАРСТВЕННЫЙ УНИВЕРСИТЕТ ТЕЛЕКОММУНИКАЦИЙ ИМ. ПРОФ. М.А. БОНЧ-БРУЕВИЧА»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СПбГУТ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lang="en-US" sz="16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АРХАНГЕЛЬСКИЙ КОЛЛЕДЖ ТЕЛЕКОММУНИКАЦИЙ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ИМ. Б.Л. РОЗИНГА (ФИЛИАЛ) </a:t>
            </a:r>
            <a:r>
              <a:rPr lang="ru-RU" sz="16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СПбГУТ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(АКТ (ф) </a:t>
            </a:r>
            <a:r>
              <a:rPr lang="ru-RU" sz="16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СПбГУТ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086791" y="2931268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</a:t>
            </a:r>
            <a:r>
              <a:rPr 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подсистемы учета работы отдела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телемаркетинга</a:t>
            </a:r>
            <a:endParaRPr lang="ru-RU" sz="36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54429" y="51008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Студент группы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ИСПП-35: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Туйкова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Анна Евгеньевна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Руководитель: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Маломан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Юлия Сергеевна	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250439" y="612988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Архангельск,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2025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237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Необходимо упростить процесс оформления заявок на подключение клиентов к услугам домашнего интернета и телевидения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041379" y="6311900"/>
            <a:ext cx="85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2/9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38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Целевая аудитория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Сотрудники </a:t>
            </a:r>
            <a:r>
              <a:rPr lang="ru-RU" dirty="0" err="1" smtClean="0"/>
              <a:t>телемаркетинговых</a:t>
            </a:r>
            <a:r>
              <a:rPr lang="ru-RU" dirty="0" smtClean="0"/>
              <a:t> отделов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041379" y="6311900"/>
            <a:ext cx="85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3/9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62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разработать подсистему для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использования в отделе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телемаркетинга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сфере фиксированных продаж домашнего интернета и телевидения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1379" y="6311900"/>
            <a:ext cx="85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/9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80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1041379" y="6311900"/>
            <a:ext cx="85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5/9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77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Средства разработки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041379" y="6311900"/>
            <a:ext cx="85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6/9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403838" cy="14038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15511" t="17238" r="13178" b="19327"/>
          <a:stretch/>
        </p:blipFill>
        <p:spPr>
          <a:xfrm>
            <a:off x="2636519" y="1828800"/>
            <a:ext cx="1813561" cy="12268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15" y="3293667"/>
            <a:ext cx="1857258" cy="126603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213" y="1654478"/>
            <a:ext cx="1476258" cy="147625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850" y="4758839"/>
            <a:ext cx="1369188" cy="136918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7"/>
          <a:srcRect t="13767" b="9938"/>
          <a:stretch/>
        </p:blipFill>
        <p:spPr>
          <a:xfrm>
            <a:off x="2652617" y="4756638"/>
            <a:ext cx="1797463" cy="137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5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системы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041379" y="6311900"/>
            <a:ext cx="85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7/9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258377" y="2278221"/>
            <a:ext cx="7675245" cy="274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9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Преимущества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1041379" y="6311900"/>
            <a:ext cx="85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8/9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01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1041379" y="6311900"/>
            <a:ext cx="854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9/9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6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62050" y="-88861"/>
            <a:ext cx="854548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2000" b="0" i="0" u="none" strike="noStrike" baseline="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ФЕДЕРАЛЬНОЕ ГОСУДАРСТВЕННОЕ БЮДЖЕТНОЕ ОБРАЗОВАТЕЛЬНОЕ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УЧРЕЖДЕНИЕ ВЫСШЕГО ОБРАЗОВАНИЯ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«САНКТ-ПЕТЕРБУРГСКИЙ ГОСУДАРСТВЕННЫЙ УНИВЕРСИТЕТ ТЕЛЕКОММУНИКАЦИЙ ИМ. ПРОФ. М.А. БОНЧ-БРУЕВИЧА»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СПбГУТ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lang="en-US" sz="16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АРХАНГЕЛЬСКИЙ КОЛЛЕДЖ ТЕЛЕКОММУНИКАЦИЙ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ИМ. Б.Л. РОЗИНГА (ФИЛИАЛ) </a:t>
            </a:r>
            <a:r>
              <a:rPr lang="ru-RU" sz="16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СПбГУТ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(АКТ (ф) </a:t>
            </a:r>
            <a:r>
              <a:rPr lang="ru-RU" sz="16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СПбГУТ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086791" y="2931268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</a:t>
            </a:r>
            <a:r>
              <a:rPr 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</a:p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подсистемы учета работы отдела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телемаркетинга</a:t>
            </a:r>
            <a:endParaRPr lang="ru-RU" sz="36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54429" y="51008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Студент группы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ИСПП-35: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Туйкова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Анна Евгеньевна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Руководитель: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Маломан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Юлия Сергеевна	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250439" y="612988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Архангельск,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2025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190342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TM03090430[[fn=Окаймление]]</Template>
  <TotalTime>76</TotalTime>
  <Words>184</Words>
  <Application>Microsoft Office PowerPoint</Application>
  <PresentationFormat>Широкоэкранный</PresentationFormat>
  <Paragraphs>47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Преимущества</vt:lpstr>
      <vt:lpstr>Заключение</vt:lpstr>
      <vt:lpstr>Презентация PowerPoint</vt:lpstr>
    </vt:vector>
  </TitlesOfParts>
  <Company>АКТ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0109-03</dc:creator>
  <cp:lastModifiedBy>0109-03</cp:lastModifiedBy>
  <cp:revision>7</cp:revision>
  <dcterms:created xsi:type="dcterms:W3CDTF">2025-11-24T12:35:25Z</dcterms:created>
  <dcterms:modified xsi:type="dcterms:W3CDTF">2025-11-24T13:51:45Z</dcterms:modified>
</cp:coreProperties>
</file>